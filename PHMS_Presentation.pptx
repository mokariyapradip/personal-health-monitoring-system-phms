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Health Monitoring System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Flask-based Healthcare Web Application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Wellness Technology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health tracking with medication management &amp; ML-powered risk assessment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managing chronic conditions, health-conscious users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Key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Authentication &amp; Profiles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Health Metrics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Medication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ML Health Risk Assessment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Notifications (In-app &amp; Email)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PDF Report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 Smartwatch OAuth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Background Scheduling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 &amp; Rate Limiting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Comprehensive Testing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PDF Report Generation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 Smartwatch OAuth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Background Scheduling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 &amp; Rate Limiting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Comprehensive Testing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188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Flask, Flask-Login, Flask-WTF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ORM, Flask-Migrate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2860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APScheduler, Flask-APScheduler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Data: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8346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scikit-learn, pandas, numpy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383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ReportLab, Matplotlib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9319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Fit OAuth 2.0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endpoints &amp; blueprints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830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Request/response handling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4688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&amp; orchestration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88036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1546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 &amp; 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8404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entities &amp; schema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OAuth Integration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clicks 'Connect Smartwatch'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generates Google OAuth URL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grants permission on Google consent screen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Authorization code received &amp; verified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Exchange code for access &amp; refresh tokens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OAuth Integration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Encrypt &amp; store tokens in database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Sync triggered (manual or periodic - 6 hours)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Fetch data from Google Fit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Normalize, validate with Pydantic &amp;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Important: Shows OAuth 2.0, API integration, error handling, and scheduled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219456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19456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Scheduled, 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taken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consumed (✓)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to take 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(✗)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Intentionally 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 (⊘)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shows adherence: (taken / all) × 100%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reports track medication compliance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Health Risk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Systolic BP • Diastolic BP • Glucose • Heart Rate • BMI • 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417320"/>
            <a:ext cx="0" cy="27432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Features (scikit-learn model)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57400"/>
            <a:ext cx="0" cy="27432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(0 - 1)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0 - 0.33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0.33 - 0.67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0.67 - 1.0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High Risk: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urgent notification  • Send email alert  • Recommend doctor consultation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Scheduling with APScheduler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Sync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6 hours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data from Google 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Reminders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15 minutes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notifications &amp; emails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Cleanup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at midnight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old notifications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632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operation (no user intervention)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Reliable execution with retries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Graceful handling of failures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 design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Rate Limiting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Password Hashing (bcrypt)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CSRF Tokens (Flask-WTF)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Rate Limiting (5 login attempts/min)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OAuth Token Encryption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Session Management (30 min timeout)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Pydantic Input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OWASP Security Guidelines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Pyramid: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logic, validation, hashing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+ Services + Repositories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0116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148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user workflows, full scenarios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framework with ~20 test files • Mocking for external APIs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Flask?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explicit architecture, educational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prevent duplicate scheduler jobs?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process has ENABLE_SCHEDULER=1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validate health data?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schemas with numeric ranges &amp; type checking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 layered architecture with 5 distinct layers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Real-world OAuth 2.0 integration with Google Fit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Machine learning-powered health risk assessment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Production-quality background job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Comprehensive security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test suite with unit, integration, E2E tests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Professional documentation and diagrams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
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PHMS demonstrates professional software engineering practices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PHMS - Personal Health Monitoring System</dc:title>
  <dc:subject>PptxGenJS Presentation</dc:subject>
  <dc:creator>Your Name</dc:creator>
  <cp:lastModifiedBy>Your Name</cp:lastModifiedBy>
  <cp:revision>1</cp:revision>
  <dcterms:created xsi:type="dcterms:W3CDTF">2026-04-25T05:23:50Z</dcterms:created>
  <dcterms:modified xsi:type="dcterms:W3CDTF">2026-04-25T05:23:50Z</dcterms:modified>
</cp:coreProperties>
</file>